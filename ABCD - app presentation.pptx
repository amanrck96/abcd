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/>
    <p:restoredTop sz="94674"/>
  </p:normalViewPr>
  <p:slideViewPr>
    <p:cSldViewPr snapToGrid="0" snapToObjects="1">
      <p:cViewPr varScale="1">
        <p:scale>
          <a:sx n="102" d="100"/>
          <a:sy n="102" d="100"/>
        </p:scale>
        <p:origin x="1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F181-3B44-0F4D-A431-5257F75C1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40801-084C-6A46-A573-6A5425A41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ECDF-944A-314B-B7EB-0E0168124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26154-C019-4940-AC08-204DF961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B41A-20D8-6E45-9D6B-F33453CE7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DDD9-01DE-304D-8AB8-CC223116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7643-437B-BD49-AADB-85B3B6790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51F7E-EE8C-F24A-8158-777676092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ECEA3-B9ED-994B-BFA7-BFB237E7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8C02C-7777-1F4D-8DF3-5A73E9782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2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6700-3F58-0644-A6F6-48D0EADC4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831F8-7281-9E46-A80B-302157A5B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6146B-19BB-C54C-849A-A203CB24C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04DF1-3FBF-2E4A-8721-0348DB21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EB008-6AE3-CD42-9E4E-20FB3234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4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11C1-5900-E24E-8D8F-09B41438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BC558-B3DE-B64D-AB1D-4459D7189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A170B-72E1-094C-8C8F-7A132F877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0B14A-9709-E641-B9BC-8B9D9F98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1950A-8FC5-F34A-BE30-9BC46FA1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6F2C3-71DC-E74C-A1FC-1D70B975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9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E2EC-F783-024C-BB75-4583022B5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88D6C-EB49-5841-A90F-E93498ACF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A642D-FE45-7C4E-B9BF-5F623FAF5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14374-B362-6D4F-9A49-6E7A16937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95CC9-C447-9148-972A-C36D7BAC0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D26D3B-DB19-304A-9EF0-CA84F991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770D53-FF25-AA4B-B11C-C2D1EAFF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846B93-1F56-5F49-877F-BBC450C2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6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7CA5-136F-5340-AF96-C412E77C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A92C4-4F83-8F44-B44D-6C35A9B79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6786A-16B1-514B-A7CD-5E020C13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35F82-47A0-A24F-95B5-4AB95332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53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7F8C4-2F23-C74B-87D2-78FEB34B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0BCE3-8AD2-6245-8182-966CF49C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484B0-72DB-D64B-8CF1-B4162BE3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B55A-361C-6042-AFA9-D341C3A6E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3815-1B26-E342-91DF-D97A7AC76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DC632-C9C9-8042-8D75-5260D2CA3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71C9F-5A4A-1F4D-BD29-587D84C7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F2D4E-C08D-A242-A274-C4DBCD46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8C1CA-44CB-E646-A720-2CA150DB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9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EAA8-33C1-F04C-9B8C-53034072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3F0E8-6ADB-C24E-8A1A-E30A60400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673C1-9027-1948-A35F-E972C9011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C1B8F-F798-CE44-9019-291E8CBD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E4B09-5782-4D4D-9769-FFCB6394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9DF5C-7583-D54A-8B9D-55A7A25C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7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35F2-1EBE-9644-9128-DCE69ADF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7385F-AB45-A945-B189-F345D217E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CFFF8-DAFF-BD47-80AB-036396F3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395BC-368F-A440-8B5D-328E9528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DDDB4-1E1C-EF42-B559-0BE845045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7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0F0FA-BD70-1B4D-9B7F-8AF818C24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74F72-D699-3346-ABF5-FFF39E569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05FF-B796-8C42-9FD6-4AD6263A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E24C-A53C-F04F-9174-27A2F7E49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82DBE-D280-6A48-8ABF-CC4FDD9B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C7879-ABBA-8B41-9AD0-3FC299AF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E37D1-2E4D-D843-A352-CC0543D5A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3522F-C754-D343-9D09-BD26F07B2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770A4-15D7-4048-8B4B-749758A87FCA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C8D15-9CDF-A644-8DD3-DF5C72DC7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9DB53-232F-4947-8955-33D72E495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AD2E2-8E2A-8644-A395-E0EF77A52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8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B4F103-DDA5-2240-8CBC-1DBB533F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973"/>
            <a:ext cx="12192000" cy="6415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1BDC39-63D8-B14B-8AAB-80FE1ED24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003" y="861048"/>
            <a:ext cx="1482073" cy="392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C38FA-6824-1240-B9D1-10AAD2130960}"/>
              </a:ext>
            </a:extLst>
          </p:cNvPr>
          <p:cNvSpPr txBox="1"/>
          <p:nvPr/>
        </p:nvSpPr>
        <p:spPr>
          <a:xfrm>
            <a:off x="5957906" y="541983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venir Roman" panose="02000503020000020003" pitchFamily="2" charset="0"/>
              </a:rPr>
              <a:t>INSPIRATIONS + 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65D00-E581-5F4A-888D-9BDB2310D174}"/>
              </a:ext>
            </a:extLst>
          </p:cNvPr>
          <p:cNvSpPr txBox="1"/>
          <p:nvPr/>
        </p:nvSpPr>
        <p:spPr>
          <a:xfrm>
            <a:off x="7999746" y="526594"/>
            <a:ext cx="627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EVENTS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FB35F-D6E2-C14D-BF17-D901C96B90A1}"/>
              </a:ext>
            </a:extLst>
          </p:cNvPr>
          <p:cNvSpPr/>
          <p:nvPr/>
        </p:nvSpPr>
        <p:spPr>
          <a:xfrm>
            <a:off x="6031601" y="11285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D6069-6CA0-6D47-869F-311CDE9735FB}"/>
              </a:ext>
            </a:extLst>
          </p:cNvPr>
          <p:cNvSpPr txBox="1"/>
          <p:nvPr/>
        </p:nvSpPr>
        <p:spPr>
          <a:xfrm>
            <a:off x="8674224" y="526594"/>
            <a:ext cx="153760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ARCHITECTURAL TRAVEL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81C36A-8B1E-354C-9A46-6C3FE82DD52E}"/>
              </a:ext>
            </a:extLst>
          </p:cNvPr>
          <p:cNvSpPr/>
          <p:nvPr/>
        </p:nvSpPr>
        <p:spPr>
          <a:xfrm>
            <a:off x="10259207" y="495850"/>
            <a:ext cx="1071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NETWORKING</a:t>
            </a: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FDBA7F34-ABCC-ED41-90E0-598448BAABD2}"/>
              </a:ext>
            </a:extLst>
          </p:cNvPr>
          <p:cNvSpPr/>
          <p:nvPr/>
        </p:nvSpPr>
        <p:spPr>
          <a:xfrm>
            <a:off x="1891430" y="283973"/>
            <a:ext cx="1704646" cy="504231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310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B4F103-DDA5-2240-8CBC-1DBB533F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973"/>
            <a:ext cx="12192000" cy="6415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1BDC39-63D8-B14B-8AAB-80FE1ED24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003" y="861048"/>
            <a:ext cx="1482073" cy="392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7C38FA-6824-1240-B9D1-10AAD2130960}"/>
              </a:ext>
            </a:extLst>
          </p:cNvPr>
          <p:cNvSpPr txBox="1"/>
          <p:nvPr/>
        </p:nvSpPr>
        <p:spPr>
          <a:xfrm>
            <a:off x="5957906" y="541983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venir Roman" panose="02000503020000020003" pitchFamily="2" charset="0"/>
              </a:rPr>
              <a:t>INSPIRATIONS + 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65D00-E581-5F4A-888D-9BDB2310D174}"/>
              </a:ext>
            </a:extLst>
          </p:cNvPr>
          <p:cNvSpPr txBox="1"/>
          <p:nvPr/>
        </p:nvSpPr>
        <p:spPr>
          <a:xfrm>
            <a:off x="7999746" y="526594"/>
            <a:ext cx="627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EVENTS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FB35F-D6E2-C14D-BF17-D901C96B90A1}"/>
              </a:ext>
            </a:extLst>
          </p:cNvPr>
          <p:cNvSpPr/>
          <p:nvPr/>
        </p:nvSpPr>
        <p:spPr>
          <a:xfrm>
            <a:off x="6031601" y="11285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D6069-6CA0-6D47-869F-311CDE9735FB}"/>
              </a:ext>
            </a:extLst>
          </p:cNvPr>
          <p:cNvSpPr txBox="1"/>
          <p:nvPr/>
        </p:nvSpPr>
        <p:spPr>
          <a:xfrm>
            <a:off x="8674224" y="526594"/>
            <a:ext cx="153760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ARCHITECTURAL TRAVEL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81C36A-8B1E-354C-9A46-6C3FE82DD52E}"/>
              </a:ext>
            </a:extLst>
          </p:cNvPr>
          <p:cNvSpPr/>
          <p:nvPr/>
        </p:nvSpPr>
        <p:spPr>
          <a:xfrm>
            <a:off x="10259207" y="495850"/>
            <a:ext cx="1071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NETWORKING</a:t>
            </a: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FDBA7F34-ABCC-ED41-90E0-598448BAABD2}"/>
              </a:ext>
            </a:extLst>
          </p:cNvPr>
          <p:cNvSpPr/>
          <p:nvPr/>
        </p:nvSpPr>
        <p:spPr>
          <a:xfrm>
            <a:off x="1891430" y="283973"/>
            <a:ext cx="1704646" cy="504231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2C5A84-DE4D-6243-8E0D-90194F365D81}"/>
              </a:ext>
            </a:extLst>
          </p:cNvPr>
          <p:cNvSpPr txBox="1"/>
          <p:nvPr/>
        </p:nvSpPr>
        <p:spPr>
          <a:xfrm>
            <a:off x="6031601" y="2496375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venir Roman" panose="02000503020000020003" pitchFamily="2" charset="0"/>
              </a:rPr>
              <a:t>INSPIRATIONS + REFERENCES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5EC489-4B9C-F44C-9207-6DA55131D309}"/>
              </a:ext>
            </a:extLst>
          </p:cNvPr>
          <p:cNvCxnSpPr/>
          <p:nvPr/>
        </p:nvCxnSpPr>
        <p:spPr>
          <a:xfrm>
            <a:off x="5957906" y="2742596"/>
            <a:ext cx="27163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745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C9CBC-6F48-E949-B374-51523BE69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54" y="1096972"/>
            <a:ext cx="10275518" cy="5761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E768CC-06A2-0646-924A-562F73AF0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644" y="222220"/>
            <a:ext cx="1482073" cy="392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31843C-19F3-F84E-AB94-BD95EDA7CF4A}"/>
              </a:ext>
            </a:extLst>
          </p:cNvPr>
          <p:cNvSpPr txBox="1"/>
          <p:nvPr/>
        </p:nvSpPr>
        <p:spPr>
          <a:xfrm>
            <a:off x="5707385" y="36892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venir Roman" panose="02000503020000020003" pitchFamily="2" charset="0"/>
              </a:rPr>
              <a:t>INSPIRATIONS +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E411F-F737-B246-AE2F-8934D9DC17CA}"/>
              </a:ext>
            </a:extLst>
          </p:cNvPr>
          <p:cNvSpPr txBox="1"/>
          <p:nvPr/>
        </p:nvSpPr>
        <p:spPr>
          <a:xfrm>
            <a:off x="7749225" y="353532"/>
            <a:ext cx="627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EVENTS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B6595-C9C2-BE4D-80A5-190AF8EA0AA6}"/>
              </a:ext>
            </a:extLst>
          </p:cNvPr>
          <p:cNvSpPr txBox="1"/>
          <p:nvPr/>
        </p:nvSpPr>
        <p:spPr>
          <a:xfrm>
            <a:off x="8423703" y="353532"/>
            <a:ext cx="153760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ARCHITECTURAL TRAVEL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578CD3-88D0-0D47-A2E7-E74D49396402}"/>
              </a:ext>
            </a:extLst>
          </p:cNvPr>
          <p:cNvSpPr/>
          <p:nvPr/>
        </p:nvSpPr>
        <p:spPr>
          <a:xfrm>
            <a:off x="10008686" y="322788"/>
            <a:ext cx="1071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NETWORKING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2D7992-9D32-7F45-A95B-BAE1C79EE4ED}"/>
              </a:ext>
            </a:extLst>
          </p:cNvPr>
          <p:cNvSpPr txBox="1"/>
          <p:nvPr/>
        </p:nvSpPr>
        <p:spPr>
          <a:xfrm>
            <a:off x="2352595" y="2134316"/>
            <a:ext cx="627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EVENTS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D95A0A-8656-B44A-A54E-3CFF2F7C74F7}"/>
              </a:ext>
            </a:extLst>
          </p:cNvPr>
          <p:cNvCxnSpPr/>
          <p:nvPr/>
        </p:nvCxnSpPr>
        <p:spPr>
          <a:xfrm flipV="1">
            <a:off x="1916482" y="2480153"/>
            <a:ext cx="2943617" cy="187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12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C9CBC-6F48-E949-B374-51523BE69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54" y="1096972"/>
            <a:ext cx="10275518" cy="5761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E768CC-06A2-0646-924A-562F73AF0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644" y="222220"/>
            <a:ext cx="1482073" cy="392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31843C-19F3-F84E-AB94-BD95EDA7CF4A}"/>
              </a:ext>
            </a:extLst>
          </p:cNvPr>
          <p:cNvSpPr txBox="1"/>
          <p:nvPr/>
        </p:nvSpPr>
        <p:spPr>
          <a:xfrm>
            <a:off x="5707385" y="36892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venir Roman" panose="02000503020000020003" pitchFamily="2" charset="0"/>
              </a:rPr>
              <a:t>INSPIRATIONS +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E411F-F737-B246-AE2F-8934D9DC17CA}"/>
              </a:ext>
            </a:extLst>
          </p:cNvPr>
          <p:cNvSpPr txBox="1"/>
          <p:nvPr/>
        </p:nvSpPr>
        <p:spPr>
          <a:xfrm>
            <a:off x="7749225" y="353532"/>
            <a:ext cx="627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EVENTS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B6595-C9C2-BE4D-80A5-190AF8EA0AA6}"/>
              </a:ext>
            </a:extLst>
          </p:cNvPr>
          <p:cNvSpPr txBox="1"/>
          <p:nvPr/>
        </p:nvSpPr>
        <p:spPr>
          <a:xfrm>
            <a:off x="8423703" y="353532"/>
            <a:ext cx="153760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ARCHITECTURAL TRAVEL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578CD3-88D0-0D47-A2E7-E74D49396402}"/>
              </a:ext>
            </a:extLst>
          </p:cNvPr>
          <p:cNvSpPr/>
          <p:nvPr/>
        </p:nvSpPr>
        <p:spPr>
          <a:xfrm>
            <a:off x="10008686" y="322788"/>
            <a:ext cx="1071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NETWORKING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2D7992-9D32-7F45-A95B-BAE1C79EE4ED}"/>
              </a:ext>
            </a:extLst>
          </p:cNvPr>
          <p:cNvSpPr txBox="1"/>
          <p:nvPr/>
        </p:nvSpPr>
        <p:spPr>
          <a:xfrm>
            <a:off x="2352595" y="2134316"/>
            <a:ext cx="15376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ARCHTIECTURAL TRAVEL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D95A0A-8656-B44A-A54E-3CFF2F7C74F7}"/>
              </a:ext>
            </a:extLst>
          </p:cNvPr>
          <p:cNvCxnSpPr/>
          <p:nvPr/>
        </p:nvCxnSpPr>
        <p:spPr>
          <a:xfrm flipV="1">
            <a:off x="1916482" y="2480153"/>
            <a:ext cx="2943617" cy="187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44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C9CBC-6F48-E949-B374-51523BE69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54" y="1096972"/>
            <a:ext cx="10275518" cy="5761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E768CC-06A2-0646-924A-562F73AF0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644" y="222220"/>
            <a:ext cx="1482073" cy="392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31843C-19F3-F84E-AB94-BD95EDA7CF4A}"/>
              </a:ext>
            </a:extLst>
          </p:cNvPr>
          <p:cNvSpPr txBox="1"/>
          <p:nvPr/>
        </p:nvSpPr>
        <p:spPr>
          <a:xfrm>
            <a:off x="5707385" y="368921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venir Roman" panose="02000503020000020003" pitchFamily="2" charset="0"/>
              </a:rPr>
              <a:t>INSPIRATIONS +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E411F-F737-B246-AE2F-8934D9DC17CA}"/>
              </a:ext>
            </a:extLst>
          </p:cNvPr>
          <p:cNvSpPr txBox="1"/>
          <p:nvPr/>
        </p:nvSpPr>
        <p:spPr>
          <a:xfrm>
            <a:off x="7749225" y="353532"/>
            <a:ext cx="6270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EVENTS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B6595-C9C2-BE4D-80A5-190AF8EA0AA6}"/>
              </a:ext>
            </a:extLst>
          </p:cNvPr>
          <p:cNvSpPr txBox="1"/>
          <p:nvPr/>
        </p:nvSpPr>
        <p:spPr>
          <a:xfrm>
            <a:off x="8423703" y="353532"/>
            <a:ext cx="153760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ARCHITECTURAL TRAVEL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578CD3-88D0-0D47-A2E7-E74D49396402}"/>
              </a:ext>
            </a:extLst>
          </p:cNvPr>
          <p:cNvSpPr/>
          <p:nvPr/>
        </p:nvSpPr>
        <p:spPr>
          <a:xfrm>
            <a:off x="10008686" y="322788"/>
            <a:ext cx="1071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NETWORKING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2D7992-9D32-7F45-A95B-BAE1C79EE4ED}"/>
              </a:ext>
            </a:extLst>
          </p:cNvPr>
          <p:cNvSpPr txBox="1"/>
          <p:nvPr/>
        </p:nvSpPr>
        <p:spPr>
          <a:xfrm>
            <a:off x="2352595" y="2134316"/>
            <a:ext cx="9621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NETWORKING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D95A0A-8656-B44A-A54E-3CFF2F7C74F7}"/>
              </a:ext>
            </a:extLst>
          </p:cNvPr>
          <p:cNvCxnSpPr/>
          <p:nvPr/>
        </p:nvCxnSpPr>
        <p:spPr>
          <a:xfrm flipV="1">
            <a:off x="1916482" y="2480153"/>
            <a:ext cx="2943617" cy="1878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111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44</Words>
  <Application>Microsoft Macintosh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Avenir Roman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2026-10-19T06:08:08Z</dcterms:created>
  <dcterms:modified xsi:type="dcterms:W3CDTF">2026-10-19T11:09:00Z</dcterms:modified>
</cp:coreProperties>
</file>